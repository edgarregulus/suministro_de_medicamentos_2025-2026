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D737969-033F-4F5D-8F96-0577D129B04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D82A9D4-735C-424A-AB44-AE3442397CB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6:08:27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3b" id="2" name="slide2">
            <a:extLst>
              <a:ext uri="{FF2B5EF4-FFF2-40B4-BE49-F238E27FC236}">
                <a16:creationId xmlns:a16="http://schemas.microsoft.com/office/drawing/2014/main" id="{60478950-77D8-453A-8E21-B65AF5E8C8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59" y="0"/>
            <a:ext cx="9915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2026-05-13T00:08:30Z</dcterms:created>
  <dcterms:modified xsi:type="dcterms:W3CDTF">2026-05-13T00:08:30Z</dcterms:modified>
</cp:coreProperties>
</file>