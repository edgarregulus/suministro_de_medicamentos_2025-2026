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332FA64-199F-4343-AFA2-2EFD1C4A818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5B4E975-4645-4453-A008-499C6119C51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6:11:40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c" id="2" name="slide2">
            <a:extLst>
              <a:ext uri="{FF2B5EF4-FFF2-40B4-BE49-F238E27FC236}">
                <a16:creationId xmlns:a16="http://schemas.microsoft.com/office/drawing/2014/main" id="{FA92664C-4AB8-483E-8340-BE47AB294E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428" y="0"/>
            <a:ext cx="4013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2026-05-13T00:11:42Z</dcterms:created>
  <dcterms:modified xsi:type="dcterms:W3CDTF">2026-05-13T00:11:42Z</dcterms:modified>
</cp:coreProperties>
</file>