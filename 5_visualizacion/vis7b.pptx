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B53D4CA-FC38-4A0D-A1F1-C4AD4C954A9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1443A33-A467-4B15-8889-A0ECA2D7368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6:11:07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3b (2)" id="2" name="slide2">
            <a:extLst>
              <a:ext uri="{FF2B5EF4-FFF2-40B4-BE49-F238E27FC236}">
                <a16:creationId xmlns:a16="http://schemas.microsoft.com/office/drawing/2014/main" id="{3F71F137-5E76-4742-B4C1-E2E847ABA7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59" y="0"/>
            <a:ext cx="9915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2026-05-13T00:11:11Z</dcterms:created>
  <dcterms:modified xsi:type="dcterms:W3CDTF">2026-05-13T00:11:11Z</dcterms:modified>
</cp:coreProperties>
</file>