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D95CA1EB-5205-424A-AE73-E9E0F47015CB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/>
              <a:t>vis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7E7CF96E-39D4-4AB9-8A4B-818F4FC09E3E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Archivo creado el: 5/12/2026 6:10:56 PM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3a" id="2" name="slide2">
            <a:extLst>
              <a:ext uri="{FF2B5EF4-FFF2-40B4-BE49-F238E27FC236}">
                <a16:creationId xmlns:a16="http://schemas.microsoft.com/office/drawing/2014/main" id="{E4E82B3B-B98F-4918-91BD-A4A397237AF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90702" y="0"/>
            <a:ext cx="6810594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2026-05-13T00:10:57Z</dcterms:created>
  <dcterms:modified xsi:type="dcterms:W3CDTF">2026-05-13T00:10:57Z</dcterms:modified>
</cp:coreProperties>
</file>