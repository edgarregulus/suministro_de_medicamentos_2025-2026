
<file path=[Content_Types].xml><?xml version="1.0" encoding="utf-8"?>
<Types xmlns="http://schemas.openxmlformats.org/package/2006/content-types">
  <Default ContentType="image/jpeg" Extension="jpeg"/>
  <Default ContentType="application/vnd.openxmlformats-package.relationships+xml" Extension="rels"/>
  <Default ContentType="application/xml" Extension="xml"/>
  <Default ContentType="image/png" Extension="png"/>
  <Override ContentType="application/vnd.openxmlformats-officedocument.presentationml.presentation.main+xml" PartName="/ppt/presentation.xml"/>
  <Override ContentType="application/vnd.openxmlformats-officedocument.presentationml.slideMaster+xml" PartName="/ppt/slideMasters/slideMaster1.xml"/>
  <Override ContentType="application/vnd.openxmlformats-officedocument.presentationml.presProps+xml" PartName="/ppt/presProps.xml"/>
  <Override ContentType="application/vnd.openxmlformats-officedocument.presentationml.viewProps+xml" PartName="/ppt/viewProps.xml"/>
  <Override ContentType="application/vnd.openxmlformats-officedocument.theme+xml" PartName="/ppt/theme/theme1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package.core-properties+xml" PartName="/docProps/core.xml"/>
  <Override ContentType="application/vnd.openxmlformats-officedocument.extended-properties+xml" PartName="/docProps/app.xml"/>
  <Override ContentType="application/vnd.openxmlformats-officedocument.presentationml.slide+xml" PartName="/ppt/slides/slide1.xml"/>
  <Override ContentType="application/vnd.openxmlformats-officedocument.presentationml.slide+xml" PartName="/ppt/slides/slide2.xml"/>
</Types>
</file>

<file path=_rels/.rels><?xml version="1.0" encoding="UTF-8" standalone="yes"?>
<Relationships xmlns="http://schemas.openxmlformats.org/package/2006/relationships">
    <Relationship Id="rId3" Type="http://schemas.openxmlformats.org/package/2006/relationships/metadata/core-properties" Target="docProps/core.xml"/>
    <Relationship Id="rId2" Type="http://schemas.openxmlformats.org/package/2006/relationships/metadata/thumbnail" Target="docProps/thumbnail.jpeg"/>
    <Relationship Id="rId1" Type="http://schemas.openxmlformats.org/officeDocument/2006/relationships/officeDocument" Target="ppt/presentation.xml"/>
    <Relationship Id="rId4" Type="http://schemas.openxmlformats.org/officeDocument/2006/relationships/extended-properties" Target="docProps/app.xml"/>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>
  <p:sldMasterIdLst>
    <p:sldMasterId id="2147483648" r:id="rId1"/>
  </p:sldMasterIdLst>
  <p:sldIdLst>
    <p:sldId id="256" r:id="rId6"/>
    <p:sldId id="257" r:id="rId7"/>
  </p:sldIdLst>
  <p:sldSz cx="12192000" cy="6858000"/>
  <p:notesSz cx="6858000" cy="9144000"/>
  <p:defaultTextStyle>
    <a:defPPr>
      <a:defRPr lang="en-US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3" autoAdjust="0"/>
    <p:restoredTop sz="94660"/>
  </p:normalViewPr>
  <p:slideViewPr>
    <p:cSldViewPr snapToGrid="0">
      <p:cViewPr varScale="1">
        <p:scale>
          <a:sx n="161" d="100"/>
          <a:sy n="161" d="100"/>
        </p:scale>
        <p:origin x="150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?>

<Relationships xmlns='http://schemas.openxmlformats.org/package/2006/relationships'>
  <Relationship Id='rId3' Target='presProps.xml' Type='http://schemas.openxmlformats.org/officeDocument/2006/relationships/presProps' />
  <Relationship Id='rId1' Target='slideMasters/slideMaster1.xml' Type='http://schemas.openxmlformats.org/officeDocument/2006/relationships/slideMaster' />
  <Relationship Id='rId2' Target='tableStyles.xml' Type='http://schemas.openxmlformats.org/officeDocument/2006/relationships/tableStyles' />
  <Relationship Id='rId5' Target='theme/theme1.xml' Type='http://schemas.openxmlformats.org/officeDocument/2006/relationships/theme' />
  <Relationship Id='rId4' Target='viewProps.xml' Type='http://schemas.openxmlformats.org/officeDocument/2006/relationships/viewProps' />
  <Relationship Id='rId6' Target='slides/slide1.xml' Type='http://schemas.openxmlformats.org/officeDocument/2006/relationships/slide' />
  <Relationship Id='rId7' Target='slides/slide2.xml' Type='http://schemas.openxmlformats.org/officeDocument/2006/relationships/slide' />
</Relationships>

</file>

<file path=ppt/slideLayouts/_rels/slideLayout1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2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3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6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7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8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9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10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11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D1A6E6-075E-4828-AF88-09BD0A7425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3800DB-487B-4E23-AC0B-90C9ED4E10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4DF5B1-3694-42A9-866E-9F1FF6CF0C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718E67-8162-4BE0-9B01-22B89A120A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568B9D-A8C9-40C5-85B0-14F435F39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67383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34D5D7-9AEB-44F2-8A04-0694BE1520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CE933F-693D-4770-8DC4-A5A086AC8A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A7849A-1CE6-4F5C-95D7-EA8DA5EE55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FE1FD0-B95E-4CF6-9A27-0F91F96DA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6123BE-5891-49D6-A758-867A98F38D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97226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A85FC7-1BEA-438E-A0A7-88FF551122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D5F5C0-417B-4A28-8AE9-A79AC74A62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BC6257-C490-4059-9E97-16E46673C6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4051CD-74EC-43C1-9F21-D33BD297FC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C95141-29DC-41BA-BE25-E899055F31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45323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34FC21-AE04-4050-80E6-D9DCA4B50C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885F7E-EF45-48F7-9E54-C6806D0E96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24501F-6ED5-4112-B037-D3E9F8CF2C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61E48C-176E-4E60-8CB3-5425169963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52202B-C929-4B39-AF47-D17C38F868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EEEBF3-930A-4A23-810D-C1880E7A6D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33845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448E08-A828-430D-B8A6-7302E570AD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FF5402-465C-4E68-BF7E-BFE1177B55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9B917D-5EC9-44FC-B8A7-9ADF4ADC4F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3DCF5D4-E55C-42FF-A7E5-2466DE35B8C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7579A7F-77F4-4169-8D51-21234419984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A735923-3BB5-4F33-8E76-56665E95B5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A43FC79-7089-4373-88DC-12501E7820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4E0BEB1-B009-47B7-B159-DE05E615E7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97265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65FFCC-78CC-4E9D-A277-8230F27334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44CEFE7-D923-48C1-B2FE-8110829C69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8F91C9-7841-4F7B-8F24-B5FF45B5B3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896739-CF17-4867-A5ED-317AD19F5A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31143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8942B-5ECF-4556-91C2-496E4C52EF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1589EF-E9AD-45F7-BFBE-6F8AD35703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18E0FA-5424-403C-8462-1B7C301C6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62404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B27A56-C315-441C-9002-DFD599AED2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F57D9A-8037-4B31-951B-4675ADA693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63141B-5121-4179-B3F6-5295691222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60C32E-3427-4696-A55A-56886EA24A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DFE526-7D20-4EC0-9624-E779812957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AA82D7-E462-4060-85D6-85CF555401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3051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5E919B-BF68-4590-8CA9-A51BAC0F7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04BC1AA-5C68-47DC-BBF0-1E309865E5A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81A636-7F9C-43EC-B2F2-6FB3323CB7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19410E-A050-4AA2-BC89-EF52EB1C34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C23AB0-18A5-4589-926D-C00F68CFEA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54EE52-EECA-4C6E-83E9-6382044D35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96888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6536FE-B6CA-4D45-A719-6B51F3FF6D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FB9388C-63B0-4DA8-97D0-BEEDCF401C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D9BDB0-2A2B-43AC-965A-A9E7E7F741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7DA7C3-2A5B-4BED-A540-9136486CC5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5888E8-31D6-4E51-9228-0D6066FED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11606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3D010CA-6776-433E-8E25-97899E08288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391E6E-3CF5-4535-B37E-E30058EA28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6ADEE3-AAA7-4846-8EC6-84B1537C1D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1DABD6-6E60-4895-89B1-3604A484D2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A4D314-6D1C-4A42-A445-B77646B2B2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55267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
    <Relationship Id="rId8" Type="http://schemas.openxmlformats.org/officeDocument/2006/relationships/slideLayout" Target="../slideLayouts/slideLayout8.xml"/>
    <Relationship Id="rId3" Type="http://schemas.openxmlformats.org/officeDocument/2006/relationships/slideLayout" Target="../slideLayouts/slideLayout3.xml"/>
    <Relationship Id="rId7" Type="http://schemas.openxmlformats.org/officeDocument/2006/relationships/slideLayout" Target="../slideLayouts/slideLayout7.xml"/>
    <Relationship Id="rId12" Type="http://schemas.openxmlformats.org/officeDocument/2006/relationships/theme" Target="../theme/theme1.xml"/>
    <Relationship Id="rId2" Type="http://schemas.openxmlformats.org/officeDocument/2006/relationships/slideLayout" Target="../slideLayouts/slideLayout2.xml"/>
    <Relationship Id="rId1" Type="http://schemas.openxmlformats.org/officeDocument/2006/relationships/slideLayout" Target="../slideLayouts/slideLayout1.xml"/>
    <Relationship Id="rId6" Type="http://schemas.openxmlformats.org/officeDocument/2006/relationships/slideLayout" Target="../slideLayouts/slideLayout6.xml"/>
    <Relationship Id="rId11" Type="http://schemas.openxmlformats.org/officeDocument/2006/relationships/slideLayout" Target="../slideLayouts/slideLayout11.xml"/>
    <Relationship Id="rId5" Type="http://schemas.openxmlformats.org/officeDocument/2006/relationships/slideLayout" Target="../slideLayouts/slideLayout5.xml"/>
    <Relationship Id="rId10" Type="http://schemas.openxmlformats.org/officeDocument/2006/relationships/slideLayout" Target="../slideLayouts/slideLayout10.xml"/>
    <Relationship Id="rId4" Type="http://schemas.openxmlformats.org/officeDocument/2006/relationships/slideLayout" Target="../slideLayouts/slideLayout4.xml"/>
    <Relationship Id="rId9" Type="http://schemas.openxmlformats.org/officeDocument/2006/relationships/slideLayout" Target="../slideLayouts/slideLayout9.xml"/>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C3F6010-77C4-45FE-968C-712199A585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9B1B2C-5D5F-46D9-92F5-ECDF2816A1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334894-C6F5-46F1-BAA2-AFEA88E6816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5B1C84-4663-4022-BBEA-7667FEBCF3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2820DA-1F3A-421F-A770-A6347089E3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48520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</Relationships>

</file>

<file path=ppt/slides/_rels/slide2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7' Target='../media/image1.png' Type='http://schemas.openxmlformats.org/officeDocument/2006/relationships/image' />
</Relationships>

</file>

<file path=ppt/slides/_rels/slideTemplate.xml.rels><?xml version="1.0" encoding="UTF-8" standalone="yes"?>
<Relationships xmlns="http://schemas.openxmlformats.org/package/2006/relationships">
    <Relationship Id="rId1" Type="http://schemas.openxmlformats.org/officeDocument/2006/relationships/slideLayout" Target="../slideLayouts/slideLayout1.xml"/>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slide1">
            <a:extLst>
              <a:ext uri="{FF2B5EF4-FFF2-40B4-BE49-F238E27FC236}">
                <a16:creationId xmlns:a16="http://schemas.microsoft.com/office/drawing/2014/main" id="{062646FF-CF02-42C6-A925-DD0901F5E364}"/>
              </a:ext>
            </a:extLst>
          </p:cNvPr>
          <p:cNvSpPr>
            <a:spLocks noGrp="1"/>
          </p:cNvSpPr>
          <p:nvPr>
            <p:ph idx="0" type="ctrTitle"/>
          </p:nvPr>
        </p:nvSpPr>
        <p:spPr/>
        <p:txBody>
          <a:bodyPr/>
          <a:lstStyle/>
          <a:p>
            <a:r>
              <a:rPr/>
              <a:t>vis</a:t>
            </a:r>
          </a:p>
        </p:txBody>
      </p:sp>
      <p:sp>
        <p:nvSpPr>
          <p:cNvPr id="1" name="slide1">
            <a:extLst>
              <a:ext uri="{FF2B5EF4-FFF2-40B4-BE49-F238E27FC236}">
                <a16:creationId xmlns:a16="http://schemas.microsoft.com/office/drawing/2014/main" id="{E6D44BAD-F413-428D-A016-9CE9DCE7ABED}"/>
              </a:ext>
            </a:extLst>
          </p:cNvPr>
          <p:cNvSpPr>
            <a:spLocks noGrp="1"/>
          </p:cNvSpPr>
          <p:nvPr>
            <p:ph idx="1" type="subTitle"/>
          </p:nvPr>
        </p:nvSpPr>
        <p:spPr/>
        <p:txBody>
          <a:bodyPr/>
          <a:lstStyle/>
          <a:p>
            <a:r>
              <a:rPr/>
              <a:t>Archivo creado el: 5/12/2026 5:13:35 PM</a:t>
            </a:r>
          </a:p>
        </p:txBody>
      </p:sp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2b" id="2" name="slide2">
            <a:extLst>
              <a:ext uri="{FF2B5EF4-FFF2-40B4-BE49-F238E27FC236}">
                <a16:creationId xmlns:a16="http://schemas.microsoft.com/office/drawing/2014/main" id="{834CF021-A310-473E-A064-1D1F8D3DC5C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80328" y="0"/>
            <a:ext cx="23134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Template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2</Slides>
  <Notes>0</Notes>
  <HiddenSlides>0</HiddenSlides>
  <MMClips>0</MMClips>
  <ScaleCrop>false</ScaleCrop>
  <HeadingPairs>
    <vt:vector baseType="variant" size="6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baseType="lpstr" size="5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creator/>
  <cp:lastModifiedBy/>
  <cp:revision>0</cp:revision>
  <dcterms:created xsi:type="dcterms:W3CDTF">2026-05-12T23:13:48Z</dcterms:created>
  <dcterms:modified xsi:type="dcterms:W3CDTF">2026-05-12T23:13:48Z</dcterms:modified>
</cp:coreProperties>
</file>