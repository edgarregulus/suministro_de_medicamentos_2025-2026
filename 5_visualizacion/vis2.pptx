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DDD74A7-D17A-4924-8436-9B3FEF64F1D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6137F08-38B8-4467-AC89-7BA7FC59421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4:02:45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1b2" id="2" name="slide2">
            <a:extLst>
              <a:ext uri="{FF2B5EF4-FFF2-40B4-BE49-F238E27FC236}">
                <a16:creationId xmlns:a16="http://schemas.microsoft.com/office/drawing/2014/main" id="{58D87137-CE11-4393-A8B8-0CC09EA8F2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02"/>
            <a:ext cx="12192000" cy="67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2026-05-12T22:02:46Z</dcterms:created>
  <dcterms:modified xsi:type="dcterms:W3CDTF">2026-05-12T22:02:46Z</dcterms:modified>
</cp:coreProperties>
</file>