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D060B1D-5190-485D-9DC8-EE45E49F38F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1066840-2991-4167-B38B-33407E0F382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6:45:57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2a" id="2" name="slide2">
            <a:extLst>
              <a:ext uri="{FF2B5EF4-FFF2-40B4-BE49-F238E27FC236}">
                <a16:creationId xmlns:a16="http://schemas.microsoft.com/office/drawing/2014/main" id="{CA4F7709-8102-4D50-BF46-1A60B0436D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136" y="0"/>
            <a:ext cx="5771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2026-05-13T00:46:02Z</dcterms:created>
  <dcterms:modified xsi:type="dcterms:W3CDTF">2026-05-13T00:46:02Z</dcterms:modified>
</cp:coreProperties>
</file>