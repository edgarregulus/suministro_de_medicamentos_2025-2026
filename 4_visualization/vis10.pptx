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9F3E248-04C2-42E3-9B45-0AB21E0E1BD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A1BF7BC-CD68-4E8E-AC71-2D79D41D3BD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7:50:29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ja 20" id="2" name="slide2">
            <a:extLst>
              <a:ext uri="{FF2B5EF4-FFF2-40B4-BE49-F238E27FC236}">
                <a16:creationId xmlns:a16="http://schemas.microsoft.com/office/drawing/2014/main" id="{8211F4F4-0AA1-4940-930D-92EDF29F04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1" y="0"/>
            <a:ext cx="10190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2026-05-13T01:50:30Z</dcterms:created>
  <dcterms:modified xsi:type="dcterms:W3CDTF">2026-05-13T01:50:30Z</dcterms:modified>
</cp:coreProperties>
</file>