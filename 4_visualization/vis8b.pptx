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B4FCDCB6-4ECD-43F7-AEE5-580272BC1AC1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vis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8861E389-A38D-4879-AB64-DFB6AEDCA436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Archivo creado el: 5/12/2026 6:11:29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3d" id="2" name="slide2">
            <a:extLst>
              <a:ext uri="{FF2B5EF4-FFF2-40B4-BE49-F238E27FC236}">
                <a16:creationId xmlns:a16="http://schemas.microsoft.com/office/drawing/2014/main" id="{E593C2B4-3A2E-40F0-B2BE-29676D4AE3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083" y="0"/>
            <a:ext cx="8887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2026-05-13T00:11:31Z</dcterms:created>
  <dcterms:modified xsi:type="dcterms:W3CDTF">2026-05-13T00:11:31Z</dcterms:modified>
</cp:coreProperties>
</file>