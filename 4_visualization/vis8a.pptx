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770D5E4-10DF-4481-ADF8-4CD66CBFF8EC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180E23B-A2B1-4477-9F8F-5A2B00212C6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Archivo creado el: 5/12/2026 6:11:19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3a (2)" id="2" name="slide2">
            <a:extLst>
              <a:ext uri="{FF2B5EF4-FFF2-40B4-BE49-F238E27FC236}">
                <a16:creationId xmlns:a16="http://schemas.microsoft.com/office/drawing/2014/main" id="{ABF9468A-9044-425C-8032-F36F830A26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565" y="0"/>
            <a:ext cx="68988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2026-05-13T00:11:21Z</dcterms:created>
  <dcterms:modified xsi:type="dcterms:W3CDTF">2026-05-13T00:11:21Z</dcterms:modified>
</cp:coreProperties>
</file>