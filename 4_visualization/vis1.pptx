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4D54AFD-41D9-4B12-ADB1-43CC97C5F88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EB739C9-7859-4318-AA3A-D18F45215DE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3:28:53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1a" id="2" name="slide2">
            <a:extLst>
              <a:ext uri="{FF2B5EF4-FFF2-40B4-BE49-F238E27FC236}">
                <a16:creationId xmlns:a16="http://schemas.microsoft.com/office/drawing/2014/main" id="{14E40ED0-700A-49B4-BB78-15EE90BAAD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147" y="0"/>
            <a:ext cx="5901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2026-05-12T21:29:01Z</dcterms:created>
  <dcterms:modified xsi:type="dcterms:W3CDTF">2026-05-12T21:29:01Z</dcterms:modified>
</cp:coreProperties>
</file>