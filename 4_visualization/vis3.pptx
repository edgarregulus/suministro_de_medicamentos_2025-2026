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63C9E727-4F20-4DE8-9C33-D297BAA1F4AC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/>
              <a:t>vis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F11EA779-CBDE-4BC5-A00D-F19C575A0475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Archivo creado el: 5/13/2026 11:13:02 AM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1b3" id="2" name="slide2">
            <a:extLst>
              <a:ext uri="{FF2B5EF4-FFF2-40B4-BE49-F238E27FC236}">
                <a16:creationId xmlns:a16="http://schemas.microsoft.com/office/drawing/2014/main" id="{E7EFBE7E-B849-4DF7-B228-B9900B60728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58606"/>
            <a:ext cx="12192000" cy="6340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2026-05-13T17:13:04Z</dcterms:created>
  <dcterms:modified xsi:type="dcterms:W3CDTF">2026-05-13T17:13:04Z</dcterms:modified>
</cp:coreProperties>
</file>