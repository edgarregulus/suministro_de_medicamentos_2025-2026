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440BAE35-E0AD-4F08-9E72-8A9D38929284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049AA52E-C729-4FC6-AD08-1DCF80AEE7A5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5/13/2026 11:18:16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1b3 (2)" id="2" name="slide2">
            <a:extLst>
              <a:ext uri="{FF2B5EF4-FFF2-40B4-BE49-F238E27FC236}">
                <a16:creationId xmlns:a16="http://schemas.microsoft.com/office/drawing/2014/main" id="{0C517C28-A3D3-404D-9BB4-E09C2A3E77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8606"/>
            <a:ext cx="12192000" cy="634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2026-05-13T17:18:18Z</dcterms:created>
  <dcterms:modified xsi:type="dcterms:W3CDTF">2026-05-13T17:18:18Z</dcterms:modified>
</cp:coreProperties>
</file>